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/Users/tianzefang/Desktop/ClaudeCode/Projects/api-patchbay/slides/logo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77240"/>
            <a:ext cx="868680" cy="86868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22402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Patchbay</a:t>
            </a:r>
            <a:endParaRPr lang="en-US" sz="5400" dirty="0"/>
          </a:p>
        </p:txBody>
      </p:sp>
      <p:sp>
        <p:nvSpPr>
          <p:cNvPr id="4" name="Subtitle"/>
          <p:cNvSpPr txBox="1"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A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API changes, every customer's code gets fixed.</a:t>
            </a:r>
            <a:endParaRPr lang="en-US" sz="2200" dirty="0"/>
          </a:p>
        </p:txBody>
      </p:sp>
      <p:sp>
        <p:nvSpPr>
          <p:cNvPr id="5" name="Footer"/>
          <p:cNvSpPr txBox="1"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c0mpiled-14  |  UC Berkeley  |  Agent-first software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/Users/tianzefang/Desktop/ClaudeCode/Projects/api-patchbay/slides/logo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143000"/>
            <a:ext cx="2651760" cy="265176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1371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5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15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Patchbay</a:t>
            </a:r>
            <a:endParaRPr lang="en-US" sz="5400" dirty="0"/>
          </a:p>
        </p:txBody>
      </p:sp>
      <p:sp>
        <p:nvSpPr>
          <p:cNvPr id="4" name="Subtitle"/>
          <p:cNvSpPr txBox="1"/>
          <p:nvPr/>
        </p:nvSpPr>
        <p:spPr>
          <a:xfrm>
            <a:off x="731520" y="32461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A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API changes, every customer's code gets fixed.</a:t>
            </a:r>
            <a:endParaRPr lang="en-US" sz="2000" dirty="0"/>
          </a:p>
        </p:txBody>
      </p:sp>
      <p:sp>
        <p:nvSpPr>
          <p:cNvPr id="5" name="Footer"/>
          <p:cNvSpPr txBox="1"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c0mpiled-14  |  UC Berkeley  |  Agent-first software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Patchbay - title slide samples</dc:title>
  <dc:subject>PptxGenJS Presentation</dc:subject>
  <dc:creator>PptxGenJS</dc:creator>
  <cp:lastModifiedBy>PptxGenJS</cp:lastModifiedBy>
  <cp:revision>1</cp:revision>
  <dcterms:created xsi:type="dcterms:W3CDTF">2026-10-17T19:34:26Z</dcterms:created>
  <dcterms:modified xsi:type="dcterms:W3CDTF">2026-10-17T19:34:26Z</dcterms:modified>
</cp:coreProperties>
</file>